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"/>
  </p:notesMasterIdLst>
  <p:sldIdLst>
    <p:sldId id="32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C7805-4956-4720-891A-767C1FD066EE}" v="16" dt="2026-10-11T15:44:22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Newcomb" userId="190be8762df70140" providerId="LiveId" clId="{E910FE8F-2BD4-4D4D-B7A7-3610F7992FAD}"/>
    <pc:docChg chg="undo custSel modSld">
      <pc:chgData name="Jack Newcomb" userId="190be8762df70140" providerId="LiveId" clId="{E910FE8F-2BD4-4D4D-B7A7-3610F7992FAD}" dt="2026-10-11T15:45:58.349" v="305" actId="20577"/>
      <pc:docMkLst>
        <pc:docMk/>
      </pc:docMkLst>
      <pc:sldChg chg="addSp delSp modSp mod">
        <pc:chgData name="Jack Newcomb" userId="190be8762df70140" providerId="LiveId" clId="{E910FE8F-2BD4-4D4D-B7A7-3610F7992FAD}" dt="2026-10-11T15:45:58.349" v="305" actId="20577"/>
        <pc:sldMkLst>
          <pc:docMk/>
          <pc:sldMk cId="806590543" sldId="328"/>
        </pc:sldMkLst>
        <pc:spChg chg="del">
          <ac:chgData name="Jack Newcomb" userId="190be8762df70140" providerId="LiveId" clId="{E910FE8F-2BD4-4D4D-B7A7-3610F7992FAD}" dt="2026-10-11T15:32:40.084" v="49" actId="478"/>
          <ac:spMkLst>
            <pc:docMk/>
            <pc:sldMk cId="806590543" sldId="328"/>
            <ac:spMk id="2" creationId="{A7219F63-E6D4-56E1-11B7-4C630C9FB76E}"/>
          </ac:spMkLst>
        </pc:spChg>
        <pc:spChg chg="add del">
          <ac:chgData name="Jack Newcomb" userId="190be8762df70140" providerId="LiveId" clId="{E910FE8F-2BD4-4D4D-B7A7-3610F7992FAD}" dt="2026-10-11T15:25:53.758" v="21" actId="478"/>
          <ac:spMkLst>
            <pc:docMk/>
            <pc:sldMk cId="806590543" sldId="328"/>
            <ac:spMk id="3" creationId="{49633507-0318-B194-E3E3-1F831C884E7F}"/>
          </ac:spMkLst>
        </pc:spChg>
        <pc:spChg chg="add mod">
          <ac:chgData name="Jack Newcomb" userId="190be8762df70140" providerId="LiveId" clId="{E910FE8F-2BD4-4D4D-B7A7-3610F7992FAD}" dt="2026-10-11T15:32:38.183" v="48"/>
          <ac:spMkLst>
            <pc:docMk/>
            <pc:sldMk cId="806590543" sldId="328"/>
            <ac:spMk id="4" creationId="{885D9890-54A3-B78F-2AFC-6FCEE8B1FACB}"/>
          </ac:spMkLst>
        </pc:spChg>
        <pc:spChg chg="add mod">
          <ac:chgData name="Jack Newcomb" userId="190be8762df70140" providerId="LiveId" clId="{E910FE8F-2BD4-4D4D-B7A7-3610F7992FAD}" dt="2026-10-11T15:39:22.304" v="252" actId="20577"/>
          <ac:spMkLst>
            <pc:docMk/>
            <pc:sldMk cId="806590543" sldId="328"/>
            <ac:spMk id="5" creationId="{D0141698-8567-9ADD-3989-66E9F47EC8E3}"/>
          </ac:spMkLst>
        </pc:spChg>
        <pc:spChg chg="add mod">
          <ac:chgData name="Jack Newcomb" userId="190be8762df70140" providerId="LiveId" clId="{E910FE8F-2BD4-4D4D-B7A7-3610F7992FAD}" dt="2026-10-11T15:39:27.639" v="253" actId="207"/>
          <ac:spMkLst>
            <pc:docMk/>
            <pc:sldMk cId="806590543" sldId="328"/>
            <ac:spMk id="7" creationId="{7E1C484F-4A0C-C498-3912-0878C6C8E694}"/>
          </ac:spMkLst>
        </pc:spChg>
        <pc:spChg chg="add mod">
          <ac:chgData name="Jack Newcomb" userId="190be8762df70140" providerId="LiveId" clId="{E910FE8F-2BD4-4D4D-B7A7-3610F7992FAD}" dt="2026-10-11T15:45:58.349" v="305" actId="20577"/>
          <ac:spMkLst>
            <pc:docMk/>
            <pc:sldMk cId="806590543" sldId="328"/>
            <ac:spMk id="9" creationId="{4DDC17A9-5179-38A3-41B2-D23A8A44ADDE}"/>
          </ac:spMkLst>
        </pc:spChg>
        <pc:spChg chg="add del">
          <ac:chgData name="Jack Newcomb" userId="190be8762df70140" providerId="LiveId" clId="{E910FE8F-2BD4-4D4D-B7A7-3610F7992FAD}" dt="2026-10-11T15:37:56.906" v="218" actId="478"/>
          <ac:spMkLst>
            <pc:docMk/>
            <pc:sldMk cId="806590543" sldId="328"/>
            <ac:spMk id="11" creationId="{77E7454E-B22A-4F04-806E-2DA19BE8558B}"/>
          </ac:spMkLst>
        </pc:spChg>
        <pc:spChg chg="add mod">
          <ac:chgData name="Jack Newcomb" userId="190be8762df70140" providerId="LiveId" clId="{E910FE8F-2BD4-4D4D-B7A7-3610F7992FAD}" dt="2026-10-11T15:44:46.267" v="292" actId="1076"/>
          <ac:spMkLst>
            <pc:docMk/>
            <pc:sldMk cId="806590543" sldId="328"/>
            <ac:spMk id="16" creationId="{06639008-38D6-BFDD-AD6B-9D72B4CE83A8}"/>
          </ac:spMkLst>
        </pc:spChg>
        <pc:spChg chg="mod">
          <ac:chgData name="Jack Newcomb" userId="190be8762df70140" providerId="LiveId" clId="{E910FE8F-2BD4-4D4D-B7A7-3610F7992FAD}" dt="2026-10-11T15:26:01.115" v="36" actId="14100"/>
          <ac:spMkLst>
            <pc:docMk/>
            <pc:sldMk cId="806590543" sldId="328"/>
            <ac:spMk id="20" creationId="{00000000-0000-0000-0000-000000000000}"/>
          </ac:spMkLst>
        </pc:spChg>
        <pc:spChg chg="mod">
          <ac:chgData name="Jack Newcomb" userId="190be8762df70140" providerId="LiveId" clId="{E910FE8F-2BD4-4D4D-B7A7-3610F7992FAD}" dt="2026-10-11T15:27:14.446" v="46" actId="20577"/>
          <ac:spMkLst>
            <pc:docMk/>
            <pc:sldMk cId="806590543" sldId="328"/>
            <ac:spMk id="29" creationId="{00000000-0000-0000-0000-000000000000}"/>
          </ac:spMkLst>
        </pc:spChg>
        <pc:picChg chg="add del mod">
          <ac:chgData name="Jack Newcomb" userId="190be8762df70140" providerId="LiveId" clId="{E910FE8F-2BD4-4D4D-B7A7-3610F7992FAD}" dt="2026-10-11T15:43:58.405" v="259" actId="478"/>
          <ac:picMkLst>
            <pc:docMk/>
            <pc:sldMk cId="806590543" sldId="328"/>
            <ac:picMk id="13" creationId="{EA70E703-1127-F567-91DA-3D4B7FC040F0}"/>
          </ac:picMkLst>
        </pc:picChg>
        <pc:picChg chg="add mod">
          <ac:chgData name="Jack Newcomb" userId="190be8762df70140" providerId="LiveId" clId="{E910FE8F-2BD4-4D4D-B7A7-3610F7992FAD}" dt="2026-10-11T15:44:18.836" v="263" actId="1076"/>
          <ac:picMkLst>
            <pc:docMk/>
            <pc:sldMk cId="806590543" sldId="328"/>
            <ac:picMk id="15" creationId="{7A4DF30E-E40C-ADF9-C0AF-D8CC5563D1D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9076A-65E2-4264-A1AA-EE94CC1A71A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B3956-B0E9-47A8-A575-7AC3CDB2D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2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5600-2DCC-EB44-9203-121C72C9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526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3"/>
            <a:ext cx="5615353" cy="496148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215483"/>
            <a:ext cx="5613400" cy="496148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BF72E-E074-E741-8514-3417AC9D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52637-104D-064E-9B91-0BC72B6E1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4C3EF-E136-164D-954C-112EADD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5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235113"/>
            <a:ext cx="561763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2078657"/>
            <a:ext cx="5617633" cy="411100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35113"/>
            <a:ext cx="56388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78657"/>
            <a:ext cx="5638800" cy="411100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79E3B-E843-6343-9ECC-916F6A2E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593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5170-396F-CE4F-A0AB-300CE970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6F2CA-2DD1-AF41-91EF-4D055700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35E81-A1AE-8442-89DE-148AC4FC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583BD-E195-8D45-B88C-3F15BB70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56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AE419-AE08-F348-87A6-E9445B33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02ABE-49F8-8E43-8B96-1F432917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CF-7504-9244-8529-F384A6B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1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768" y="457201"/>
            <a:ext cx="7497233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470E-5CA9-A545-B98E-1EFAA05E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ABCA5-3B76-9E47-892E-A475FC83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A757-8D62-3444-9BDB-1CB584B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3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3768" y="457201"/>
            <a:ext cx="7497233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8F2-DDA7-354F-9FEA-A07E773A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10CDF-1139-2249-8F5E-3E7043CC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2438-4A98-5A4C-9057-FC3F0CB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5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86C1-1209-CD40-86E4-C72B7974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57BF9-8D1A-FD41-A037-BF729754D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231DA-AB5C-C240-9332-9CC3D46A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AB74-A3C5-CF45-A5A3-124A9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83F40-6572-9341-AE1A-0342450A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9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A8079-4F60-D34B-96A4-C32E3C6A4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1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13FC5-8FDB-D640-8F18-46D09DD7F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1" y="365125"/>
            <a:ext cx="8801100" cy="5811838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9F9D1-30A5-3C44-9E01-F570121C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C5DF8-E50D-1745-97C5-A23C0E51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D20E1-9670-8A49-9442-60CC2307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15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4" y="0"/>
            <a:ext cx="12185529" cy="22981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4" y="6311972"/>
            <a:ext cx="12185529" cy="5458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26799" y="2223936"/>
            <a:ext cx="7287053" cy="4188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24" b="1" i="0">
                <a:solidFill>
                  <a:srgbClr val="74CEE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891089" y="3612835"/>
            <a:ext cx="4222913" cy="352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47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236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15484"/>
            <a:ext cx="11430000" cy="4347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C088-FD5F-6E47-B5E9-B42B8CA5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5630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554A5-B4DD-7045-B047-B7DA6D1E7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8B9A-12D6-EA40-AB29-6918054B5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6154" y="5563038"/>
            <a:ext cx="5941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55630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8206-0642-9F48-9727-6B519CB285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EBA85F-37E4-D1B2-0BCD-A62293BD34DE}"/>
              </a:ext>
            </a:extLst>
          </p:cNvPr>
          <p:cNvSpPr/>
          <p:nvPr userDrawn="1"/>
        </p:nvSpPr>
        <p:spPr>
          <a:xfrm>
            <a:off x="9634330" y="6182140"/>
            <a:ext cx="2176671" cy="55659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85CA3011-01D9-2E1B-C155-AB4A0B0EDB4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834617" y="6321947"/>
            <a:ext cx="2198000" cy="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3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A7934B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615694" y="6452375"/>
            <a:ext cx="3542238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/>
                <a:cs typeface="Trebuchet MS"/>
              </a:rPr>
              <a:t>Team Members: Jack Newcomb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267419" y="174792"/>
            <a:ext cx="10914931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2000" b="0" spc="-75" dirty="0">
                <a:latin typeface="Calibri"/>
                <a:cs typeface="Calibri"/>
              </a:rPr>
              <a:t>Business Thesis:  </a:t>
            </a:r>
            <a:r>
              <a:rPr lang="en-US" sz="2000" dirty="0"/>
              <a:t>University STEM &amp; Engineering Departments </a:t>
            </a:r>
            <a:r>
              <a:rPr lang="en-US" sz="2000" b="0" dirty="0"/>
              <a:t>will purchase </a:t>
            </a:r>
            <a:r>
              <a:rPr lang="en-US" sz="2000" dirty="0"/>
              <a:t>Apple Vision Spatial Canvas for STEM </a:t>
            </a:r>
            <a:r>
              <a:rPr lang="en-US" sz="2000" b="0" dirty="0"/>
              <a:t>because</a:t>
            </a:r>
            <a:r>
              <a:rPr lang="en-US" sz="2000" dirty="0"/>
              <a:t> </a:t>
            </a:r>
            <a:r>
              <a:rPr lang="en-US" sz="2000" b="0" dirty="0"/>
              <a:t>it </a:t>
            </a:r>
            <a:r>
              <a:rPr lang="en-US" sz="2000" dirty="0"/>
              <a:t>transforms abstract, 3D multi-variable concepts into real-time interactive spatial models, accelerating student comprehension while reducing physical lab equipment cost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141698-8567-9ADD-3989-66E9F47EC8E3}"/>
              </a:ext>
            </a:extLst>
          </p:cNvPr>
          <p:cNvSpPr/>
          <p:nvPr/>
        </p:nvSpPr>
        <p:spPr>
          <a:xfrm>
            <a:off x="267419" y="1483743"/>
            <a:ext cx="5132717" cy="164764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u="sng" dirty="0">
                <a:solidFill>
                  <a:schemeClr val="tx1"/>
                </a:solidFill>
              </a:rPr>
              <a:t>Product Architecture</a:t>
            </a:r>
          </a:p>
          <a:p>
            <a:pPr algn="ctr"/>
            <a:endParaRPr lang="en-US" sz="1600" u="sng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Volumetric Vector Rendering: </a:t>
            </a:r>
            <a:r>
              <a:rPr lang="en-US" sz="1200" dirty="0">
                <a:solidFill>
                  <a:schemeClr val="tx1"/>
                </a:solidFill>
              </a:rPr>
              <a:t>Real-time 3D simulation of Maxwell's equations, fluid dynamics, and stress tensors directly in room space.</a:t>
            </a:r>
          </a:p>
          <a:p>
            <a:pPr algn="ctr"/>
            <a:endParaRPr lang="en-US" sz="1200" u="sng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Precision Multimodal Control: </a:t>
            </a:r>
            <a:r>
              <a:rPr lang="en-US" sz="1200" dirty="0">
                <a:solidFill>
                  <a:schemeClr val="tx1"/>
                </a:solidFill>
              </a:rPr>
              <a:t>Low-latency gaze tracking and hand gesture pinching for real-time mathematical parameter tuning.</a:t>
            </a:r>
            <a:endParaRPr lang="en-US" sz="1200" u="sng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1C484F-4A0C-C498-3912-0878C6C8E694}"/>
              </a:ext>
            </a:extLst>
          </p:cNvPr>
          <p:cNvSpPr/>
          <p:nvPr/>
        </p:nvSpPr>
        <p:spPr>
          <a:xfrm>
            <a:off x="267418" y="3320162"/>
            <a:ext cx="5132717" cy="164764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u="sng" dirty="0">
                <a:solidFill>
                  <a:schemeClr val="tx1"/>
                </a:solidFill>
              </a:rPr>
              <a:t>Multi-User Collaborative Workspace</a:t>
            </a:r>
          </a:p>
          <a:p>
            <a:pPr algn="ctr"/>
            <a:endParaRPr lang="en-US" sz="1600" u="sng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Co-located Lab Sessions: </a:t>
            </a:r>
            <a:r>
              <a:rPr lang="en-US" sz="1200" dirty="0">
                <a:solidFill>
                  <a:schemeClr val="tx1"/>
                </a:solidFill>
              </a:rPr>
              <a:t>Shared spatial anchors allow instructors and students to interact with identical 3D models simultaneously.</a:t>
            </a:r>
          </a:p>
          <a:p>
            <a:pPr algn="ctr"/>
            <a:endParaRPr lang="en-US" sz="1200" u="sng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Tooling Integrations: </a:t>
            </a:r>
            <a:r>
              <a:rPr lang="en-US" sz="1200" dirty="0">
                <a:solidFill>
                  <a:schemeClr val="tx1"/>
                </a:solidFill>
              </a:rPr>
              <a:t>Direct API pipelines for MATLAB, Python (NumPy/SciPy), and CAD format import/export.</a:t>
            </a:r>
            <a:endParaRPr lang="en-US" sz="1200" u="sng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DC17A9-5179-38A3-41B2-D23A8A44ADDE}"/>
              </a:ext>
            </a:extLst>
          </p:cNvPr>
          <p:cNvSpPr/>
          <p:nvPr/>
        </p:nvSpPr>
        <p:spPr>
          <a:xfrm>
            <a:off x="267418" y="5156580"/>
            <a:ext cx="5132717" cy="111482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u="sng" dirty="0">
                <a:solidFill>
                  <a:schemeClr val="tx1"/>
                </a:solidFill>
              </a:rPr>
              <a:t>Product Impact</a:t>
            </a:r>
          </a:p>
          <a:p>
            <a:pPr algn="ctr"/>
            <a:endParaRPr lang="en-US" sz="1600" u="sng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Lab Cost Reduction: </a:t>
            </a:r>
            <a:r>
              <a:rPr lang="en-US" sz="1200" dirty="0">
                <a:solidFill>
                  <a:schemeClr val="tx1"/>
                </a:solidFill>
              </a:rPr>
              <a:t>Replaces expensive physical test benches, wind tunnels, and wave tanks with </a:t>
            </a:r>
            <a:r>
              <a:rPr lang="en-US" sz="1200">
                <a:solidFill>
                  <a:schemeClr val="tx1"/>
                </a:solidFill>
              </a:rPr>
              <a:t>software-defined digital </a:t>
            </a:r>
            <a:r>
              <a:rPr lang="en-US" sz="1200" dirty="0">
                <a:solidFill>
                  <a:schemeClr val="tx1"/>
                </a:solidFill>
              </a:rPr>
              <a:t>twins sold via enterprise university seat licensing.</a:t>
            </a:r>
            <a:endParaRPr lang="en-US" sz="1200" u="sng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A4DF30E-E40C-ADF9-C0AF-D8CC5563D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390" y="1681143"/>
            <a:ext cx="6009736" cy="32780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639008-38D6-BFDD-AD6B-9D72B4CE83A8}"/>
              </a:ext>
            </a:extLst>
          </p:cNvPr>
          <p:cNvSpPr txBox="1"/>
          <p:nvPr/>
        </p:nvSpPr>
        <p:spPr>
          <a:xfrm>
            <a:off x="10513802" y="4959181"/>
            <a:ext cx="13370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Image generated with AI</a:t>
            </a:r>
          </a:p>
        </p:txBody>
      </p:sp>
    </p:spTree>
    <p:extLst>
      <p:ext uri="{BB962C8B-B14F-4D97-AF65-F5344CB8AC3E}">
        <p14:creationId xmlns:p14="http://schemas.microsoft.com/office/powerpoint/2010/main" val="80659054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93DDBF96-AD61-FA40-8421-9CC930325567}" vid="{A827DD43-5DF3-A248-B5D6-CB6C63415F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162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Roboto</vt:lpstr>
      <vt:lpstr>Trebuchet MS</vt:lpstr>
      <vt:lpstr>1_Custom Design</vt:lpstr>
      <vt:lpstr>Business Thesis:  University STEM &amp; Engineering Departments will purchase Apple Vision Spatial Canvas for STEM because it transforms abstract, 3D multi-variable concepts into real-time interactive spatial models, accelerating student comprehension while reducing physical lab equipment cost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</dc:title>
  <dc:creator>Mihalik, Gregory</dc:creator>
  <cp:lastModifiedBy>Jack Newcomb</cp:lastModifiedBy>
  <cp:revision>2</cp:revision>
  <dcterms:created xsi:type="dcterms:W3CDTF">2022-09-21T00:30:54Z</dcterms:created>
  <dcterms:modified xsi:type="dcterms:W3CDTF">2026-10-11T15:45:59Z</dcterms:modified>
</cp:coreProperties>
</file>